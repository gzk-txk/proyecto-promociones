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968" autoAdjust="0"/>
  </p:normalViewPr>
  <p:slideViewPr>
    <p:cSldViewPr snapToGrid="0">
      <p:cViewPr varScale="1">
        <p:scale>
          <a:sx n="87" d="100"/>
          <a:sy n="87" d="100"/>
        </p:scale>
        <p:origin x="487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79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135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631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87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48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25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44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80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14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75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89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7415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540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444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732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073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35FA9-FE53-44D7-9BC1-20EE607FC31D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A908A39-9A4A-4B56-AECE-6FA80C80A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4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DD38-8EDB-41D2-491B-CFD380391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8423" y="319050"/>
            <a:ext cx="7509319" cy="1423679"/>
          </a:xfrm>
        </p:spPr>
        <p:txBody>
          <a:bodyPr>
            <a:normAutofit/>
          </a:bodyPr>
          <a:lstStyle/>
          <a:p>
            <a:r>
              <a:rPr lang="en-US" sz="7000" b="1" dirty="0"/>
              <a:t>PROYECTO BDDD</a:t>
            </a:r>
            <a:endParaRPr lang="es-ES" sz="7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11DD6-FEF3-D2E1-0437-0840D8E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1663" y="5704266"/>
            <a:ext cx="9701418" cy="884384"/>
          </a:xfrm>
        </p:spPr>
        <p:txBody>
          <a:bodyPr/>
          <a:lstStyle/>
          <a:p>
            <a:r>
              <a:rPr lang="es-ES" b="1" dirty="0"/>
              <a:t>Leire Arrieta, Gaizka Chocarro, Ander Heriz, Juan García , David Santamaria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6CBE7-3C14-B3D9-866C-7DBBA1035E7C}"/>
              </a:ext>
            </a:extLst>
          </p:cNvPr>
          <p:cNvSpPr txBox="1"/>
          <p:nvPr/>
        </p:nvSpPr>
        <p:spPr>
          <a:xfrm>
            <a:off x="3041420" y="3244334"/>
            <a:ext cx="6116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5F22AE-4CEA-1F6B-D4EE-1D8D3519E212}"/>
              </a:ext>
            </a:extLst>
          </p:cNvPr>
          <p:cNvSpPr txBox="1"/>
          <p:nvPr/>
        </p:nvSpPr>
        <p:spPr>
          <a:xfrm>
            <a:off x="3041420" y="3244334"/>
            <a:ext cx="6116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B038A-DD66-752B-128F-E512467C8CC9}"/>
              </a:ext>
            </a:extLst>
          </p:cNvPr>
          <p:cNvSpPr txBox="1"/>
          <p:nvPr/>
        </p:nvSpPr>
        <p:spPr>
          <a:xfrm>
            <a:off x="3041420" y="3244334"/>
            <a:ext cx="6116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709DAF-111E-D50F-8C9B-79BFCCDE7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439" y="2202875"/>
            <a:ext cx="7336303" cy="3041245"/>
          </a:xfrm>
          <a:prstGeom prst="rect">
            <a:avLst/>
          </a:prstGeom>
        </p:spPr>
      </p:pic>
      <p:pic>
        <p:nvPicPr>
          <p:cNvPr id="5" name="Picture 4" descr="The Bridge | Digital Talent Accelerator - Opiniones, formación y precios |  Docenzia">
            <a:extLst>
              <a:ext uri="{FF2B5EF4-FFF2-40B4-BE49-F238E27FC236}">
                <a16:creationId xmlns:a16="http://schemas.microsoft.com/office/drawing/2014/main" id="{938AA0F4-F756-7B7D-F5DE-6FA034B9E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255" y="6324515"/>
            <a:ext cx="1298728" cy="33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5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9D0AFC-6DC8-2A23-4F01-8ED6573D1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889" y="473825"/>
            <a:ext cx="10303623" cy="60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4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D3C8F8-B195-A2FA-0195-7B54226C2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22" y="415636"/>
            <a:ext cx="9890758" cy="61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8040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362</TotalTime>
  <Words>16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PROYECTO BDDD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 Heriz</dc:creator>
  <cp:lastModifiedBy>Ander Heriz</cp:lastModifiedBy>
  <cp:revision>2</cp:revision>
  <dcterms:created xsi:type="dcterms:W3CDTF">2026-05-20T15:22:03Z</dcterms:created>
  <dcterms:modified xsi:type="dcterms:W3CDTF">2026-05-21T14:31:12Z</dcterms:modified>
</cp:coreProperties>
</file>