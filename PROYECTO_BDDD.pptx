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24" r:id="rId1"/>
  </p:sldMasterIdLst>
  <p:sldIdLst>
    <p:sldId id="256" r:id="rId2"/>
    <p:sldId id="257" r:id="rId3"/>
    <p:sldId id="259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3968" autoAdjust="0"/>
  </p:normalViewPr>
  <p:slideViewPr>
    <p:cSldViewPr snapToGrid="0">
      <p:cViewPr varScale="1">
        <p:scale>
          <a:sx n="104" d="100"/>
          <a:sy n="104" d="100"/>
        </p:scale>
        <p:origin x="81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5FA9-FE53-44D7-9BC1-20EE607FC31D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4A908A39-9A4A-4B56-AECE-6FA80C80AAE0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067948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5FA9-FE53-44D7-9BC1-20EE607FC31D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08A39-9A4A-4B56-AECE-6FA80C80AAE0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713596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5FA9-FE53-44D7-9BC1-20EE607FC31D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4A908A39-9A4A-4B56-AECE-6FA80C80AAE0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863117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5FA9-FE53-44D7-9BC1-20EE607FC31D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4A908A39-9A4A-4B56-AECE-6FA80C80AAE0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72877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5FA9-FE53-44D7-9BC1-20EE607FC31D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4A908A39-9A4A-4B56-AECE-6FA80C80AAE0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24486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5FA9-FE53-44D7-9BC1-20EE607FC31D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08A39-9A4A-4B56-AECE-6FA80C80AAE0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572510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5FA9-FE53-44D7-9BC1-20EE607FC31D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08A39-9A4A-4B56-AECE-6FA80C80AAE0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84468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5FA9-FE53-44D7-9BC1-20EE607FC31D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08A39-9A4A-4B56-AECE-6FA80C80AAE0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48804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5FA9-FE53-44D7-9BC1-20EE607FC31D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4A908A39-9A4A-4B56-AECE-6FA80C80AAE0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61439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5FA9-FE53-44D7-9BC1-20EE607FC31D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4A908A39-9A4A-4B56-AECE-6FA80C80AAE0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49752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5FA9-FE53-44D7-9BC1-20EE607FC31D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4A908A39-9A4A-4B56-AECE-6FA80C80AAE0}" type="slidenum">
              <a:rPr lang="es-ES" smtClean="0"/>
              <a:t>‹#›</a:t>
            </a:fld>
            <a:endParaRPr lang="es-E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528971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5FA9-FE53-44D7-9BC1-20EE607FC31D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4A908A39-9A4A-4B56-AECE-6FA80C80AAE0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474159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5FA9-FE53-44D7-9BC1-20EE607FC31D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4A908A39-9A4A-4B56-AECE-6FA80C80AAE0}" type="slidenum">
              <a:rPr lang="es-ES" smtClean="0"/>
              <a:t>‹#›</a:t>
            </a:fld>
            <a:endParaRPr lang="es-E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854022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5FA9-FE53-44D7-9BC1-20EE607FC31D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4A908A39-9A4A-4B56-AECE-6FA80C80AAE0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74440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5FA9-FE53-44D7-9BC1-20EE607FC31D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08A39-9A4A-4B56-AECE-6FA80C80AAE0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773289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5FA9-FE53-44D7-9BC1-20EE607FC31D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08A39-9A4A-4B56-AECE-6FA80C80AAE0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70731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35FA9-FE53-44D7-9BC1-20EE607FC31D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4A908A39-9A4A-4B56-AECE-6FA80C80AAE0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11745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5" r:id="rId1"/>
    <p:sldLayoutId id="2147483926" r:id="rId2"/>
    <p:sldLayoutId id="2147483927" r:id="rId3"/>
    <p:sldLayoutId id="2147483928" r:id="rId4"/>
    <p:sldLayoutId id="2147483929" r:id="rId5"/>
    <p:sldLayoutId id="2147483930" r:id="rId6"/>
    <p:sldLayoutId id="2147483931" r:id="rId7"/>
    <p:sldLayoutId id="2147483932" r:id="rId8"/>
    <p:sldLayoutId id="2147483933" r:id="rId9"/>
    <p:sldLayoutId id="2147483934" r:id="rId10"/>
    <p:sldLayoutId id="2147483935" r:id="rId11"/>
    <p:sldLayoutId id="2147483936" r:id="rId12"/>
    <p:sldLayoutId id="2147483937" r:id="rId13"/>
    <p:sldLayoutId id="2147483938" r:id="rId14"/>
    <p:sldLayoutId id="2147483939" r:id="rId15"/>
    <p:sldLayoutId id="2147483940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BDD38-8EDB-41D2-491B-CFD3803914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78423" y="319050"/>
            <a:ext cx="7509319" cy="1423679"/>
          </a:xfrm>
        </p:spPr>
        <p:txBody>
          <a:bodyPr>
            <a:normAutofit/>
          </a:bodyPr>
          <a:lstStyle/>
          <a:p>
            <a:r>
              <a:rPr lang="en-US" sz="7000" b="1" dirty="0"/>
              <a:t>PROYECTO BDDD</a:t>
            </a:r>
            <a:endParaRPr lang="es-ES" sz="7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911DD6-FEF3-D2E1-0437-0840D8E800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61663" y="5704266"/>
            <a:ext cx="9701418" cy="884384"/>
          </a:xfrm>
        </p:spPr>
        <p:txBody>
          <a:bodyPr/>
          <a:lstStyle/>
          <a:p>
            <a:r>
              <a:rPr lang="es-ES" b="1" dirty="0"/>
              <a:t>Leire Arrieta, Gaizka Chocarro, Ander Heriz, Juan García , David Santamaria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06CBE7-3C14-B3D9-866C-7DBBA1035E7C}"/>
              </a:ext>
            </a:extLst>
          </p:cNvPr>
          <p:cNvSpPr txBox="1"/>
          <p:nvPr/>
        </p:nvSpPr>
        <p:spPr>
          <a:xfrm>
            <a:off x="3041420" y="3244334"/>
            <a:ext cx="61160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5F22AE-4CEA-1F6B-D4EE-1D8D3519E212}"/>
              </a:ext>
            </a:extLst>
          </p:cNvPr>
          <p:cNvSpPr txBox="1"/>
          <p:nvPr/>
        </p:nvSpPr>
        <p:spPr>
          <a:xfrm>
            <a:off x="3041420" y="3244334"/>
            <a:ext cx="61160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AB038A-DD66-752B-128F-E512467C8CC9}"/>
              </a:ext>
            </a:extLst>
          </p:cNvPr>
          <p:cNvSpPr txBox="1"/>
          <p:nvPr/>
        </p:nvSpPr>
        <p:spPr>
          <a:xfrm>
            <a:off x="3041420" y="3244334"/>
            <a:ext cx="61160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1709DAF-111E-D50F-8C9B-79BFCCDE7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439" y="2202875"/>
            <a:ext cx="7336303" cy="3041245"/>
          </a:xfrm>
          <a:prstGeom prst="rect">
            <a:avLst/>
          </a:prstGeom>
        </p:spPr>
      </p:pic>
      <p:pic>
        <p:nvPicPr>
          <p:cNvPr id="5" name="Picture 4" descr="The Bridge | Digital Talent Accelerator - Opiniones, formación y precios |  Docenzia">
            <a:extLst>
              <a:ext uri="{FF2B5EF4-FFF2-40B4-BE49-F238E27FC236}">
                <a16:creationId xmlns:a16="http://schemas.microsoft.com/office/drawing/2014/main" id="{938AA0F4-F756-7B7D-F5DE-6FA034B9E5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4255" y="6324515"/>
            <a:ext cx="1298728" cy="334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7502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A9D0AFC-6DC8-2A23-4F01-8ED6573D1E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1889" y="473825"/>
            <a:ext cx="10303623" cy="6022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02480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4506A30-6EA8-7339-96A7-C7A30AFC36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2269" y="424872"/>
            <a:ext cx="10179513" cy="6142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780401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756</TotalTime>
  <Words>16</Words>
  <Application>Microsoft Office PowerPoint</Application>
  <PresentationFormat>Widescreen</PresentationFormat>
  <Paragraphs>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Century Gothic</vt:lpstr>
      <vt:lpstr>Wingdings 3</vt:lpstr>
      <vt:lpstr>Wisp</vt:lpstr>
      <vt:lpstr>PROYECTO BDDD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Ander Heriz</dc:creator>
  <cp:lastModifiedBy>Ander Heriz</cp:lastModifiedBy>
  <cp:revision>3</cp:revision>
  <dcterms:created xsi:type="dcterms:W3CDTF">2026-05-20T15:22:03Z</dcterms:created>
  <dcterms:modified xsi:type="dcterms:W3CDTF">2026-05-21T21:16:33Z</dcterms:modified>
</cp:coreProperties>
</file>